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Build a dbt + DuckDB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Analytics Project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FF694B"/>
                </a:solidFill>
                <a:latin typeface="Calibri"/>
              </a:rPr>
              <a:t>You start with an empty folder. By the end you have a tested, documented TPC-H warehouse.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7CEDB"/>
                </a:solidFill>
                <a:latin typeface="Calibri"/>
              </a:rPr>
              <a:t>Each slide gives you an example; the tasks are yours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372"/>
                </a:solidFill>
                <a:latin typeface="Calibri"/>
              </a:rPr>
              <a:t>dbt Core  ·  DuckDB  ·  no cloud account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you will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12648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A layered analytics warehouse on the TPC-H dataset: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730"/>
                </a:solidFill>
                <a:latin typeface="Calibri"/>
              </a:rPr>
              <a:t>-  Raw TPC-H tables generated locally in DuckDB.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730"/>
                </a:solidFill>
                <a:latin typeface="Calibri"/>
              </a:rPr>
              <a:t>-  Staging models that clean and rename raw columns.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730"/>
                </a:solidFill>
                <a:latin typeface="Calibri"/>
              </a:rPr>
              <a:t>-  Intermediate models that join and add business logic.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730"/>
                </a:solidFill>
                <a:latin typeface="Calibri"/>
              </a:rPr>
              <a:t>-  Marts: fact and dimension tables for analysis.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730"/>
                </a:solidFill>
                <a:latin typeface="Calibri"/>
              </a:rPr>
              <a:t>-  Tests, docs, snapshots, macros, metrics, and CI on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17320"/>
            <a:ext cx="1080820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data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728216"/>
            <a:ext cx="4572000" cy="3340354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783080"/>
            <a:ext cx="4297680" cy="3230626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raw (DuckDB)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|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staging   stg_*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|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intermediate  int_*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|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marts   fct_* / dim_*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|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  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Consolas"/>
              </a:rPr>
              <a:t>tests . docs .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Learning Path (Setup + Modules 1-7)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Project Setup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install dbt-duckdb, create the project, generate TPC-H 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1 - Getting Started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what dbt is; write your first model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2 - Models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materializations + build all staging / intermediate / marts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3 - Sources &amp; Seeds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declare raw tables, freshness, load CSVs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4 - Testing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generic, singular, custom, and package tests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5 - Documentation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descriptions, doc blocks, the docs site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6 - Contracts &amp; Governance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contracts, access, groups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7 - Incremental Models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process only new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Learning Path (Modules 8-14)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8 - Snapshots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slowly changing dimensions (history)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9 - Macros &amp; Jinja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reusable SQL functions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10 - Packages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dbt-utils and friends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11 - Hooks &amp; Operations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run SQL automatically or on demand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12 - Tags, Selectors &amp; Orchestration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select subsets; schedule runs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13 - Advanced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exposures, unit tests, metrics, CI/CD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21B2D"/>
                </a:solidFill>
                <a:latin typeface="Calibri"/>
              </a:rPr>
              <a:t>14 - Best Practices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5B6372"/>
                </a:solidFill>
                <a:latin typeface="Calibri"/>
              </a:rPr>
              <a:t>     naming, style, the project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Create the project from zero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Install the tools, scaffold a dbt project, and generate your own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Prerequisites and 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You need Python 3.9+ and a terminal. No database server - DuckDB is just a file.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dbt Core is a pip package; the DuckDB adapter is 'dbt-duckdb'.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A dbt project is a folder of .sql models + .yml config, run with the 'dbt' command.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We will generate the raw TPC-H tables ourselves using DuckDB's built-in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4480560"/>
          </a:xfrm>
          <a:prstGeom prst="round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5204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THE STACK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Python venv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dbt-core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dbt-duckdb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duckdb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Output: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data/tpch.duckdb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(one local file)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Install the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Build it - step by step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764792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Make a project folder and enter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746504"/>
            <a:ext cx="4663440" cy="6893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01368"/>
            <a:ext cx="4389120" cy="5796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mkdir dbt-demo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cd dbt-demo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60604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Create and activate a virtual 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587752"/>
            <a:ext cx="4663440" cy="6893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2642616"/>
            <a:ext cx="4389120" cy="5796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python3 -m venv venv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source venv/bin/activate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47288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Install dbt with the DuckDB adapter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429000"/>
            <a:ext cx="4663440" cy="49098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3483864"/>
            <a:ext cx="4389120" cy="38125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pip install dbt-duckdb duckdb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288536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Confirm dbt is installed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270248"/>
            <a:ext cx="4663440" cy="49098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325112"/>
            <a:ext cx="4389120" cy="38125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dbt --version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CHECKPOINT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pip install dbt-duckdb duckdb &amp;&amp; dbt --version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Scaffold the dbt project with dbt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dbt init creates the project skeleton. Choose the 'duckdb' adapter when prompted.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991209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77228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66255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$ dbt init tpch_dbt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... select adapter: duckdb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it creates: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tpch_dbt/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dbt_project.yml        # project config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models/                # your .sql models go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seeds/  snapshots/  macros/  tests/  analyses/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delete the sample models dbt adds: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$ rm -r tpch_dbt/models/example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143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Then create subfolders: models/stg, models/int, models/marts.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Point dbt at DuckDB: profiles.yml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Create tpch_dbt/profiles.yml so dbt (run from the project folder) finds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156155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tpch_dbt/profiles.yml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096008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1986279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tpch_dbt:                 # must match 'profile:' in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outputs: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dev: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type: duckdb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path: 'data/tpch.duckdb'   # the DuckDB file (created next)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schema: 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threads: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target: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551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Keeping profiles.yml in the project keeps everything self-contained.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Generate your own TPC-H data in DuckDB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DuckDB ships a TPC-H generator. Run this once to create the 8 raw tables in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349654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load_data.py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187058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176085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save as load_data.py, then: python load_data.py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import duckdb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con = duckdb.connect('tpch_dbt/data/tpch.duckdb')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con.sql("INSTALL tpch; LOAD tpch;")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con.sql("CALL dbgen(sf = 1)")     # sf=1 ~ 6M lineitems; use 0.1 for a small 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print(con.sql("SHOW TABLES").fetchall())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-&gt; customer, lineitem, nation, orders, part, partsupp, region, supplier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2973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No adapter prompt needed - this writes raw tables dbt will read as 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Declare the raw tables as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Sources let models reference raw tables via source(). Start minimal; expand in Module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693822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models/staging/_sources.yml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3214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21170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version: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sources: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tpch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schema: 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tables: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lineitem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      # ... add nation, region, part, partsupp, supplier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05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A model then reads {{ source('tpch','orders') }}.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stand up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Do the 4 install steps; confirm with dbt --version.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dbt init tpch_dbt and pick the duckdb adapter; remove the example models.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profiles.yml and the models/stg, models/int, models/marts folders.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load_data.py to generate the TPC-H tables.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_sources.yml, then run dbt debug (expect: All checks passed).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cd tpch_dbt &amp;&amp; dbt 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Getting Started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What dbt is, and writing your first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dbt?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dbt does the 'T' in ELT: it transforms data already loaded in your warehouse.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You write SELECT statements; dbt creates the views/tables and orders the builds.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dbt Core = free command-line tool (what we use). dbt Cloud = hosted IDE + scheduler.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ref() connects one model to another; source() points at a raw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4480560"/>
          </a:xfrm>
          <a:prstGeom prst="round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5204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THE BIG IDEA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dbt model is just 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SELECT saved as a .sql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file under models/.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dbt turns it into a 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or table and builds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everything in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first model: a staging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Read the raw source in a CTE, then rename columns to clean, consistent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3052267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models/stg/stg_tpch__orders.sql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546857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437129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with source as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select * from {{ source('tpch', 'orders')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o_orderkey    as order_id,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o_custkey     as customer_id,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o_orderstatus as order_status,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o_totalprice  as total_price,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o_orderdate   as order_date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from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6009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Naming convention: stg_&lt;source&gt;__&lt;table&gt;. One staging model per raw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Build and inspect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Build it - step by step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764792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Create the folder and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746504"/>
            <a:ext cx="4663440" cy="6893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01368"/>
            <a:ext cx="4389120" cy="5796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models/stg/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stg_tpch__orders.sql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606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Paste the SELECT from the example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447288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Build just this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429000"/>
            <a:ext cx="4663440" cy="49098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3483864"/>
            <a:ext cx="4389120" cy="38125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dbt run -s stg_tpch__orders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288536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Read the SQL dbt generated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270248"/>
            <a:ext cx="4663440" cy="6893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4325112"/>
            <a:ext cx="4389120" cy="5796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cat target/compiled/.../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stg_tpch__orders.sql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CHECKPOINT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 -s stg_tpch__orders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first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models/stg/stg_tpch__orders.sql from the example.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Build it: dbt run -s stg_tpch__orders.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Open the compiled file and see source() expanded to main.orders.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Query the resulting view in DuckDB to confirm the renamed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 -s stg_tpch__orders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Models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Materializations, the 3-layer pattern, and building them 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four materializations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view - a saved query (default). Always fresh, cheap.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table - a physical table, rebuilt each run.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ephemeral - inlined as a CTE, not stored.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incremental - a table that only adds new rows (Module 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1618488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dbt_project.yml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2240279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2130551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tpch_dbt: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stg: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+materialized: 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int: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+materialized: ephemeral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marts: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+materialized: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989320"/>
            <a:ext cx="6172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372"/>
                </a:solidFill>
                <a:latin typeface="Calibri"/>
              </a:rPr>
              <a:t>TIP:  Set a default per folder; override per model with {{ config(...) }}.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Task A: build all 8 staging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694B"/>
                </a:solidFill>
                <a:latin typeface="Calibri"/>
              </a:rPr>
              <a:t>Example to copy the pattern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245766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stg_tpch__customer.sql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48256"/>
            <a:ext cx="5577840" cy="2077974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5303520" cy="196824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with source as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B48A"/>
                </a:solidFill>
                <a:latin typeface="Consolas"/>
              </a:rPr>
              <a:t>    select * from {{ source('tpch','customer')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c_custkey as customer_id,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c_name    as 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c_acctbal as account_balance,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c_mktsegment as market_segment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from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1499616"/>
            <a:ext cx="461772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one stg_tpch__&lt;table&gt;.sql per raw table.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Tables: customer, orders, lineitem, part, partsupp, supplier, nation, region.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In each: select from source(), rename the raw columns (c_, o_, l_, ...).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Configure stg as +materialized: view in dbt_project.yml.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Build them all: dbt run -s stg.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 -s stg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Intermediate models: join and derive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int_ models combine staging models and add business logic. Keep them focused.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962656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models/int/int_order_items.sql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3214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21170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with orders as ( select * from {{ ref('stg_tpch__orders') }} 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 items  as ( select * from {{ ref('stg_tpch__lineitem') }}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o.order_id,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o.customer_id,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l.part_id,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l.extended_price * (1 - l.discount) as net_price   -- derived measure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from orders 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join items l on o.order_id = l.order_id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05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Use ref() (never source()) once you are past the staging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Task B: build the intermediate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694B"/>
                </a:solidFill>
                <a:latin typeface="Calibri"/>
              </a:rPr>
              <a:t>Example to copy the pattern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783433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int_customer_with_nation.sql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48256"/>
            <a:ext cx="5577840" cy="148285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5303520" cy="137312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B48A"/>
                </a:solidFill>
                <a:latin typeface="Consolas"/>
              </a:rPr>
              <a:t>with c as ( select * from {{ ref('stg_tpch__customer') }} 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B48A"/>
                </a:solidFill>
                <a:latin typeface="Consolas"/>
              </a:rPr>
              <a:t>     n as ( select * from {{ ref('stg_tpch__nation') }}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select c.customer_id, c.name,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   n.nation_name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from c join 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on c.nation_id = n.nation_id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1499616"/>
            <a:ext cx="461772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int_order_items (join orders + lineitem, add net/gross price).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int_customer_with_nation (customer + nation + region).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int_supplier_with_nation (supplier + nation + region).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Set int to +materialized: ephemeral.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Build them: dbt run -s int (ephemeral models build via their children).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build -s int+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Marts: fact and dimension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Marts are the business-facing output. Facts hold measures; dimensions hold attributes.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887321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models/marts/*.sql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997708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88798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models/marts/fact_orders.sql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order_id, customer_id, part_id,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order_date, net_price, gross_price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from {{ ref('int_order_items')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models/marts/dim_customers.sql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customer_id as customer_key,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name, nation_name, region_name,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account_balance &gt; 0 as is_positive_balance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from {{ ref('int_customer_with_nation')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568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Naming: fct_/fact_ for events, dim_ for entities. Materialize marts as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Task C: build the marts and run everything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Facts: fact_orders (line grain), fact_revenue (aggregate per order + ship mode).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Dimensions: dim_customers, dim_parts, dim_supplier.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Set marts to +materialized: table.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Build the whole project and confirm it is green: dbt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Sources &amp; Seeds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Formalize raw data and load lookup CSVs.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Full sources.yml with freshness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List every raw table; add freshness so dbt can warn when data goes stale.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693822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models/staging/_sources.yml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997708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88798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version: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sources: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tpch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schema: 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tables: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loaded_at_field: o_orderdate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freshness: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  warn_after:  {count: 24, period: hour}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  error_after: {count: 7,  period: day}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lineitem      # ... list all 8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568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dbt source freshness checks it. TPC-H is old data, so expect STALE - that is fine.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Seeds: CSVs as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Put a .csv in seeds/ and run dbt seed.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Best for small, static lookups (e.g. country codes).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Seeded tables are ref()-able like models.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Version-controlled; not for large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811987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seeds/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202387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191414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seeds/country_iso_code.csv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name,alpha-2,region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Mongolia,MN,Asia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Germany,DE,Europe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$ dbt seed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use it: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select * from {{ ref('country_iso_code')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989320"/>
            <a:ext cx="6172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372"/>
                </a:solidFill>
                <a:latin typeface="Calibri"/>
              </a:rPr>
              <a:t>TIP:  Seeds also run as part of dbt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sources &amp;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Expand _sources.yml to list all 8 raw tables.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the freshness block to the orders source.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dbt source freshness and read the result.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small CSV to seeds/ and run dbt seed.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seed &amp;&amp; dbt source freshness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Testing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Catch bad data automatically. Every test must return 0 rows.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Generic tests in schema.yml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Attach built-in tests to columns. dbt turns each into a query that must return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156155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models/stg/schema.yml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3322320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321259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version: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- name: stg_tpch__orders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columns: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- name: order_id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data_tests: [not_null, unique]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- name: order_status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data_tests: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  - accepted_values: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      arguments: {values: ['O', 'F', 'P']}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- name: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data_tests: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  - relationships: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        arguments: {to: ref('stg_tpch__customer'), field: customer_id}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81472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The four built-ins: not_null, unique, accepted_values,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Singular and custom generic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A singular test is any SQL in tests/. A custom generic test is a reusable {% test %}.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811987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tests/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3214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21170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tests/assert_no_future_orders.sql   (singular: must return 0 rows)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select order_id from {{ ref('stg_tpch__orders')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where order_date &gt; current_timestamp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tests/generic/not_before.sql            (reusable custom test)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test not_before(model, column_name, compare_column)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select * from {{ model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where {{ column_name }} &lt; {{ compare_column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endtest %}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05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Use the custom test like a built-in: [not_before: {compare_column: ship_date}].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add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694B"/>
                </a:solidFill>
                <a:latin typeface="Calibri"/>
              </a:rPr>
              <a:t>Example to copy the pattern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170432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schema.yml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48256"/>
            <a:ext cx="5577840" cy="2077974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5303520" cy="196824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columns: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- name: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data_tests: [not_null, unique]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- name: nation_id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data_tests: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  - relationships: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      arguments: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        to: ref('stg_tpch__nation')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1"/>
                </a:solidFill>
                <a:latin typeface="Consolas"/>
              </a:rPr>
              <a:t>            field: nation_id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1499616"/>
            <a:ext cx="461772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not_null + unique to every primary key (all stg + marts).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accepted_values on order_status and market_segment.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Write one singular test in tests/ (e.g. no future order dates).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the full suite: dbt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Documentation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Describe your data and publish a docs site.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Descriptions and reusable doc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Describe models/columns inline, or define a doc block once and reference it anywhere.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693822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models/docs.md + schema.yml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997708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88798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{# models/docs.md #}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docs order_status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Order status: O = Open, F = Fulfilled, P = In progress.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enddocs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schema.yml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stg_tpch__orders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description: "One row per order."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columns: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order_status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    description: "{{ doc('order_status') }}"   # reuse the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568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dbt docs generate builds a searchable site with a lineage 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description to every model and its key columns.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a {% docs %} block in models/docs.md and reference it with {{ doc() }}.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Generate the docs: dbt docs generate.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Serve and explore the lineage graph: dbt docs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docs generate &amp;&amp; dbt docs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Contracts &amp; Governance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Guarantee structure and control access.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Enforce a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A contract makes dbt fail the build if a model's columns or types drift from the spec.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156155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models/stg/schema.yml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32231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311340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stg_tpch__customer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config: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contract: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enforced: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columns: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data_type: bigint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constraints: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  - type: not_null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  - type: primary_key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name: account_balance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data_type: decimal(15,2)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822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With a contract you must list every column and its data_type.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Access &amp;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Groups declare ownership (team + email).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access: private - same group only.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access: protected - any model in this project.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access: public - other projects too.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Rule of thumb: marts public, staging protected.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3141878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governance.yml + dbt_project.yml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2240279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2130551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models/governance.yml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groups: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- name: finance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owner: {name: Analytics, email: ae@ex.com}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marts: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+group: finance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+access: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989320"/>
            <a:ext cx="6172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372"/>
                </a:solidFill>
                <a:latin typeface="Calibri"/>
              </a:rPr>
              <a:t>TIP:  private on shared staging would BLOCK marts from ref-ing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an enforced contract to one staging model (list types + a primary key).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Break a data_type on purpose, run, watch it fail, then fix it.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Define a group in governance.yml and assign +group to marts.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Set +access: public on marts, protected on staging.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Incremental Models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Stop rebuilding everything - add only new rows.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complete incremental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First run builds the table; later runs only append rows newer than what is loaded.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3858768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models/marts/fact_orders_incremental.sql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77228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66255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{{ config(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materialized='incremental',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unique_key=['order_id', 'line_number'],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incremental_strategy='delete+insert'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 order_id, line_number, order_date, net_price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from {{ ref('int_order_items')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if is_incremental()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    -- {{ this }} = the table being written 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where order_date &gt; (select max(order_date) from {{ this }})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endif %}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143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is_incremental() is false on first run / with --full-refresh, true afterwards.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incremental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fact_orders_incremental with materialized='incremental'.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unique_key and an is_incremental() filter on order_date.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it once, then again - the 2nd run should add 0 rows (data is historical).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Rebuild from scratch with --full-refresh.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 -s fact_orders_incremental --full-refresh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Snapshots (SCD)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Capture how rows change over time.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snapshot records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Each run compares current rows to stored ones and versions any change (SCD Type 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424988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snapshots/scd_orders.sql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546857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437129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snapshot scd_orders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{{ config(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target_schema='snapshots',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unique_key='order_id',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strategy='check',                     -- no updated_at column exists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check_cols=['order_status', 'total_price']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 order_id, order_status, total_price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from {{ ref('stg_tpch__orders')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endsnapshot %}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6009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dbt adds dbt_valid_from / dbt_valid_to. Current rows: dbt_valid_to is null.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Type 1 vs Type 2, and the two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Type 1 = overwrite (no history). Type 2 = keep every version - what snapshots do.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strategy: timestamp - trust an updated_at column (preferred when you have one).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strategy: check - compare listed columns for changes (used here).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Snapshots run with 'dbt snapshot' (and as part of dbt build).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4480560"/>
          </a:xfrm>
          <a:prstGeom prst="round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5204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WHY SNAPSHOT?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Sources overwrite data.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Once a value changes, the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old value is gone.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Snapshots run on 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schedule to preserve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that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snapshots/scd_orders.sql with strategy: check.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dbt snapshot.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Query the snapshot where dbt_valid_to is null (current rows).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Explain the difference between SCD Type 1 and Type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Macros &amp; Jinja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Write reusable SQL with templating.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Write a macro, then call it in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A macro is a reusable SQL function written in Jinja. Define once, call with {{ }}.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962656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macros/clean_phone.sql +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546857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437129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{# macros/clean_phone.sql #}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macro clean_phone(column_name)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regexp_replace({{ column_name }}, '[^0-9]', '', 'g')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{% endmacro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in a staging model: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c_custkey as customer_id,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{{ clean_phone('c_phone') }} as 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from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6009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Macros run at COMPILE time: dbt builds the SQL string, the warehouse runs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Core Jinja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{% set x = ... %} - variables.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{% for i in list %} - loops.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{% if cond %} - conditionals.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Filters: | upper, | trim, | replace.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Built-ins: this, target, run_query(), log().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1528876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jinja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15910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14813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{% set cols = ['a', 'b', 'c']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{% for c in cols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    {{ c }} {% if not loop.last %},{% endif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from {{ ref('my_model')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989320"/>
            <a:ext cx="6172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372"/>
                </a:solidFill>
                <a:latin typeface="Calibri"/>
              </a:rPr>
              <a:t>TIP:  loop.last and loop.index help you build clean 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macros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macros/clean_phone.sql and call it in a staging model.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Compile the model (dbt compile -s &lt;model&gt;) and read the generated SQL.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Write a second macro (e.g. cents_to_dollars) with a default argument.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Loop over a list of column names with {% for %}.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compile -s stg_tpch__customer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Packages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Reuse community macros and tests.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Install and use a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List packages in packages.yml, run dbt deps, then call their macros and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066543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packages.yml +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997708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88798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packages.yml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packages: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package: dbt-labs/dbt_utils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version: 1.4.0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$ dbt deps        # installs into dbt_packages/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a dbt-utils test in schema.yml: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- name: discount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data_tests: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- dbt_utils.accepted_range: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arguments: {min_value: 0, max_value: 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568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Popular packages: dbt_utils, dbt_expectations, dbt_date, codegen.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packages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Create packages.yml with dbt_utils and run dbt deps.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dbt_utils.accepted_range test to a numeric column.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dbt_utils.unique_combination_of_columns for a composite grain.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Re-run dbt test to confirm the new tests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deps &amp;&amp; dbt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Hooks &amp; Operations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Run SQL automatically or on demand.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Hooks run SQL around your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on-run-start/end fire once per invocation; pre/post-hooks fire around a single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962656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dbt_project.yml + model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3214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21170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on-run-start: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- "{{ log('Starting run: ' ~ target.name, info=true) }}"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on-run-end: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- "{{ log('Done: ' ~ (results | length) ~ ' nodes', info=true) }}"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per-model post-hook: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{{ config(post_hook="create index if not exists idx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                     on {{ this }} (order_id)")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05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Common uses: grants, indexes, audit logging.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Operations: on-demand macros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Run a macro without building models.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Great for admin tasks: grants, backfills.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Invoke with dbt run-operation.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Pass arguments as YAML via --args.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2335377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macros/grant_select.sql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2023872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191414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{% macro grant_select(role='reporting')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  {% for s in ['stg', 'marts']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    {{ log('grant ' ~ s, info=true)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  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B48A"/>
                </a:solidFill>
                <a:latin typeface="Consolas"/>
              </a:rPr>
              <a:t>{% endmacro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$ dbt run-operation grant_select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      --args '{role: reporting}'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989320"/>
            <a:ext cx="6172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372"/>
                </a:solidFill>
                <a:latin typeface="Calibri"/>
              </a:rPr>
              <a:t>TIP:  No model build - it just runs the macro.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hooks &amp;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on-run-start / on-run-end log hooks to dbt_project.yml.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dbt build and find the log lines in the output.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post_hook to one model (e.g. create an index).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Write a run-operation macro and call it with --args.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run-operation grant_select --args '{role: reporting}'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Tags, Selectors &amp; Orchestration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Select subsets; schedule runs.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Tag models, then select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Tag models (e.g. by refresh cadence) and run just those. Graph operators pick neighbors.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708099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selection syntax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546857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437129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-- in a model: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B48A"/>
                </a:solidFill>
                <a:latin typeface="Consolas"/>
              </a:rPr>
              <a:t>{{ config(tags=['hourly'])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select by tag: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dbt run -s tag:hourly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graph operators: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dbt ls -s +fact_orders      # fact_orders and everything upstream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dbt ls -s fact_orders+      # fact_orders and everything downstream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dbt build -s marts --exclude fact_revenue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6009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Selection works with run, build, test, and 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Orchestration: running dbt on a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Orchestration means running dbt automatically (e.g. hourly, daily).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Options: Apache Airflow, Dagster, or dbt Cloud jobs.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A common pattern: tag models by cadence, then one schedule per tag.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730"/>
                </a:solidFill>
                <a:latin typeface="Calibri"/>
              </a:rPr>
              <a:t>-  This is optional for now - your project runs fine with 'dbt build'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4480560"/>
          </a:xfrm>
          <a:prstGeom prst="round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5204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OPTIONAL NEXT STEP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Tag marts hourly / daily,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then wire a scheduler: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pip install dagster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dagster-dbt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One schedule per tag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selects tag:hourly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Tag fact models 'hourly' and dimension models 'daily'.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one cadence: dbt run -s tag:hourly.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List upstream dependencies: dbt ls -s +fact_orders.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Optional: read the Dagster + dbt guide and sketch a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run -s tag:hourly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Advanced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Exposures, unit tests, metrics, and CI/CD.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Exposures register downstream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An exposure documents a dashboard/report that depends on your models; it shows in lineage.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066543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models/exposures.yml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32143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211704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models/exposures.yml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exposures: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executive_revenue_dashboard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type: 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url: https://bi.example.com/revenue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depends_on: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ref('fact_revenue')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ref('dim_customers')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owner: {name: Analytics, email: ae@ex.com}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058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Test everything a dashboard needs: dbt build -s +exposure:executive_revenue_dashboard.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Unit tests check logic with fake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Feed hand-written input rows into a model and assert the exact output. No warehouse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783433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models/marts/_unit_tests.yml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77228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66255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BA8"/>
                </a:solidFill>
                <a:latin typeface="Consolas"/>
              </a:rPr>
              <a:t># models/marts/_unit_tests.yml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unit_tests: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test_net_price_calc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model: int_order_items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given: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input: ref('stg_tpch__lineitem')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rows: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  - {extended_price: 100, discount: 0.10}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expect: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rows: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  - {net_price: 90}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143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Great for validating derived columns and edge cases. Runs during dbt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Metrics: define once, use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22730"/>
                </a:solidFill>
                <a:latin typeface="Calibri"/>
              </a:rPr>
              <a:t>The semantic layer describes measures on a table; metrics reference them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3410712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models/semantic/semantic_models.yml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9424"/>
            <a:ext cx="10881360" cy="2772283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10607040" cy="2662555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semantic_models: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model: ref('fact_revenue')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defaults: {agg_time_dimension: order_date}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entities: [{name: order, type: primary, expr: order_id}]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measures: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  - {name: total_net_revenue, agg: sum, expr: net_revenue}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metrics: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- name: net_revenue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type: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CF1"/>
                </a:solidFill>
                <a:latin typeface="Consolas"/>
              </a:rPr>
              <a:t>    type_params: {measure: total_net_revenue}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1435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372"/>
                </a:solidFill>
                <a:latin typeface="Calibri"/>
              </a:rPr>
              <a:t>TIP:  Time-based metrics also need a daily time-spine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CI/CD: test every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Run dbt build automatically on each pull request.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Nothing merges unless it parses, builds, and tests.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Slim CI: only rebuild changes with state:modified+.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Here: a GitHub Actions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2783433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.github/workflows/dbt_ci.yml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2240279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2130551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Consolas"/>
              </a:rPr>
              <a:t># .github/workflows/dbt_ci.yml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name: dbt CI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pull_request: {branches: [main]}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jobs: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build: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steps: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- run: dbt deps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      - run: dbt build --profiles-dir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turn: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Register an exposure for a dashboard in exposures.yml.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Write a unit test for a derived column (e.g. net_price).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Define one semantic model + metric under models/semantic/.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Add a GitHub Actions workflow that runs dbt build on PRs.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test -s test_net_price_calc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Best Practices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Ship data people can trust.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Conventions that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694B"/>
                </a:solidFill>
                <a:latin typeface="Calibri"/>
              </a:rPr>
              <a:t>Concept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Naming: stg_ / int_ / fct_ / dim_ prefixes.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One responsibility per model (SRP).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Build with CTEs; format consistently.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Test sources for freshness; test keys not_null + unique.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2730"/>
                </a:solidFill>
                <a:latin typeface="Calibri"/>
              </a:rPr>
              <a:t>-  Contracts on public marts; CI on every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1439265" cy="310896"/>
          </a:xfrm>
          <a:prstGeom prst="roundRect">
            <a:avLst/>
          </a:prstGeom>
          <a:solidFill>
            <a:srgbClr val="2B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/>
          <a:lstStyle/>
          <a:p>
            <a:pPr algn="ctr"/>
            <a:r>
              <a:rPr sz="1100">
                <a:solidFill>
                  <a:srgbClr val="C9D3E0"/>
                </a:solidFill>
                <a:latin typeface="Consolas"/>
              </a:rPr>
              <a:t>the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28216"/>
            <a:ext cx="6172200" cy="1591056"/>
          </a:xfrm>
          <a:prstGeom prst="roundRect">
            <a:avLst/>
          </a:prstGeom>
          <a:solidFill>
            <a:srgbClr val="18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1783080"/>
            <a:ext cx="5897880" cy="148132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PROJECT CHECKLIST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[x] freshness test on every source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[x] not_null + unique on every 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[x] description on every column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[x] contract enforced on marts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CF1"/>
                </a:solidFill>
                <a:latin typeface="Consolas"/>
              </a:rPr>
              <a:t>[x] CI/CD configured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"/>
            <a:ext cx="9326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Final tasks: make it 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18872" cy="4160520"/>
          </a:xfrm>
          <a:prstGeom prst="roundRect">
            <a:avLst/>
          </a:prstGeom>
          <a:solidFill>
            <a:srgbClr val="1E8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10424160" cy="3904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E8E4C"/>
                </a:solidFill>
                <a:latin typeface="Calibri"/>
              </a:rPr>
              <a:t>YOUR TASKS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Run the whole pipeline: dbt build (aim for all green).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Audit: does every primary key have not_null + unique?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Confirm every source has freshness and every model a description.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730"/>
                </a:solidFill>
                <a:latin typeface="Calibri"/>
              </a:rPr>
              <a:t>[ ]  Write a short README describing how to set up and run your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6025896"/>
            <a:ext cx="106070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B6372"/>
                </a:solidFill>
                <a:latin typeface="Consolas"/>
              </a:rPr>
              <a:t>VERIFY YOUR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EE787"/>
                </a:solidFill>
                <a:latin typeface="Consolas"/>
              </a:rPr>
              <a:t>$ dbt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37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011680" cy="54864"/>
          </a:xfrm>
          <a:prstGeom prst="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783080" cy="457200"/>
          </a:xfrm>
          <a:prstGeom prst="roundRect">
            <a:avLst/>
          </a:prstGeom>
          <a:solidFill>
            <a:srgbClr val="FF6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You built a dbt + DuckDB warehouse from scratch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DB"/>
                </a:solidFill>
                <a:latin typeface="Calibri"/>
              </a:rPr>
              <a:t>dbt build passes - now keep iterating: more tests, more docs, orchestration.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